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5B56-03A5-E230-FF42-F8911FED2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672E1-5F12-0401-BCC8-41DAC9341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E2DC1-B962-D0DE-1321-C91077E0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F12FC-9A6A-C95F-63E7-DD321470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84FA2-25BC-6020-E82F-2EC10A33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52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4B76-1DEE-E9CD-46C3-70622540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7A985-02B4-0AEC-6C62-B67773B72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4ECB3-2741-B1C6-3E1E-10CF1050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86F98-614F-35D2-EF68-386A2AF13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29E1C-CA50-1ADF-5D98-7106D41E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67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69C7-4EFD-A6E3-9D16-DF84844B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6492D-6923-2EFB-78F5-D61F4D442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024A3-3669-25D2-4AF5-A3683D55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6E7E7-5291-42F0-6BD3-B7E3C4C1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5275C-DFBD-4628-C75F-332B836A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09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63D0-27F5-A528-8BA9-C15328E5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9F5DD-AE79-EEB8-23A1-F87F66887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E083C-DD1F-A332-D473-53AE01CF8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2E60A-8556-F97C-6F2F-03B0E1D2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4472A-9717-68AB-C690-404389A3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8011A-37B3-FB98-B74F-080A16B6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60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FA74-CE63-500F-012F-1B3A9A5A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A5A87-6464-C267-6518-7815405FC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F1B1C-A6EB-E907-3F68-6B4C6FC3C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34E50-D4EB-41F5-4C6B-BB2B0E293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FFF95-72C7-CC75-48BE-26249CD86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3FD657-94AF-C88A-392D-E9746F2D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B6A073-5921-E5B4-BE7D-0EB39FE7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83619-7A24-E670-3758-273FE77D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99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6728-1D08-7370-47AE-096C394C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8C57A-4763-6575-2948-94D1017E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65265-AA25-741C-0FF5-C40C42B46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77B76-CBF4-A46E-00AD-1F425D18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71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8D0F31-8FC8-BF2F-D372-CA5C431F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898E5-62A2-0E25-7CB3-9C05AA91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2CB0D-C526-0CF3-EAE2-FC9F55D6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27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544E-229A-DF33-554E-2A7B20C3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4B16-EC03-423B-EF78-C9E04FD5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E3DF7-4C12-5B27-EFFD-DA5E815DC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67D37-5C0A-423B-FCD7-7DBD20C1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EA2C9-B57C-C030-8534-84CC0C31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D93FC-10B0-46BC-9C39-C2FFA092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033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2716-59D5-0529-2D17-95025278B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0AA64-C86A-737F-A27E-0231970A8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07B95-6D05-DCE0-EC2E-1E4762189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B0032-327F-9B92-A6AE-BA8D7C5A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ECF9F-447B-AE01-3EEF-2FB07229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5859D-B338-F2F1-675E-E3262231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1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DBC5-05CE-3D05-D5C4-192BDDB3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44650-628E-37EC-1F58-0DD4E190F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66B8A-98B5-CC15-BB26-D6B5CECF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972B-014C-C812-C30B-AF871060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59C5D-2C59-5048-7592-0422D7ED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7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3F049-EF4F-8F8F-583C-307741657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10B05-7A7F-D60E-E3C6-8112F44C5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B8873-17CE-03C8-A124-205C812A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446BF-C1C2-165C-52F7-C69CB52E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E14EC-8890-0D09-CCFE-02255840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6141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105F1-A760-5927-1B54-41EC1909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577CA-82EB-0408-0903-C9642308D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48B4B-6770-1DF4-C00C-89556F390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F85C6-0FEB-4BF4-8F66-DACF09AB7E9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4266C-3D80-1C9A-CABC-67ED88C19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50D50-8BB0-8EA2-3FE1-8764A5A0F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71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421C-F7AB-65E0-2183-DDD363501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9635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DBMS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E8222-C7FB-1CB9-B465-21013FA54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Gopi Chandana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CSA0506- DTABASE MANAGEMENT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TECHINAL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B601CD-B1BA-7D0F-005F-EEFB83C01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482"/>
            <a:ext cx="12192000" cy="157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7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C6E9-8BB4-BDF2-B52A-7247F7B6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A7BA-5640-A3B4-F720-D20536F7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5556"/>
            <a:ext cx="10515600" cy="1325563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C1BEC-6D78-5650-6B51-C8715E9D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774"/>
            <a:ext cx="12192000" cy="157033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EB56528-67D7-E886-96B0-14658B209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6007" y="2662511"/>
            <a:ext cx="832634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A Database Management System (DBMS) is software used to create, store, organize, retrieve and manage data efficiently.</a:t>
            </a:r>
          </a:p>
          <a:p>
            <a:r>
              <a:t>• Provides an interface between users and databases.</a:t>
            </a:r>
          </a:p>
          <a:p>
            <a:r>
              <a:t>• Supports SQL for querying and managing data.</a:t>
            </a:r>
          </a:p>
          <a:p>
            <a:r>
              <a:t>• Ensures security, integrity and reduced redundancy.</a:t>
            </a:r>
          </a:p>
          <a:p>
            <a:r>
              <a:t>• Examples: MySQL, Oracle, SQL Server, PostgreSQL.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514580-2C0D-16C2-2B6A-1696F35A4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286" y="2912530"/>
            <a:ext cx="2883614" cy="1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1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AFBF-5E79-C26D-68C8-047C2970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7749"/>
            <a:ext cx="10515600" cy="1325563"/>
          </a:xfrm>
        </p:spPr>
        <p:txBody>
          <a:bodyPr>
            <a:normAutofit/>
          </a:bodyPr>
          <a:lstStyle/>
          <a:p>
            <a:r>
              <a:t>OBJECTIVES OF DBMS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C168E-D63C-2A2E-B1CA-426A9B8AC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774"/>
            <a:ext cx="12192000" cy="157033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A8EB277-D936-7107-CAFD-A37826746B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64781"/>
            <a:ext cx="968253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• Minimize data redundancy</a:t>
            </a:r>
          </a:p>
          <a:p>
            <a:r>
              <a:t>• Maintain data consistency and integrity</a:t>
            </a:r>
          </a:p>
          <a:p>
            <a:r>
              <a:t>• Provide data security and access control</a:t>
            </a:r>
          </a:p>
          <a:p>
            <a:r>
              <a:t>• Support concurrent multi-user access</a:t>
            </a:r>
          </a:p>
          <a:p>
            <a:r>
              <a:t>• Enable backup and recovery</a:t>
            </a:r>
          </a:p>
        </p:txBody>
      </p:sp>
    </p:spTree>
    <p:extLst>
      <p:ext uri="{BB962C8B-B14F-4D97-AF65-F5344CB8AC3E}">
        <p14:creationId xmlns:p14="http://schemas.microsoft.com/office/powerpoint/2010/main" val="315933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DC832-894F-645B-B205-DA3AF618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E081-422C-39AF-8069-D04B65C0A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5556"/>
            <a:ext cx="10515600" cy="1325563"/>
          </a:xfrm>
        </p:spPr>
        <p:txBody>
          <a:bodyPr>
            <a:normAutofit/>
          </a:bodyPr>
          <a:lstStyle/>
          <a:p>
            <a:r>
              <a:t>ADVANTAGES OF DBMS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17687-05EF-7896-13DE-D200841B3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774"/>
            <a:ext cx="12192000" cy="157033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C88761E-7A47-F893-BBCB-EAC4908B5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836475"/>
            <a:ext cx="108332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• Faster data retrieval</a:t>
            </a:r>
          </a:p>
          <a:p>
            <a:r>
              <a:t>• Improved security</a:t>
            </a:r>
          </a:p>
          <a:p>
            <a:r>
              <a:t>• Better data sharing</a:t>
            </a:r>
          </a:p>
          <a:p>
            <a:r>
              <a:t>• Reduced maintenance cost</a:t>
            </a:r>
          </a:p>
          <a:p>
            <a:r>
              <a:t>• Scalable and reliable database management</a:t>
            </a:r>
          </a:p>
        </p:txBody>
      </p:sp>
    </p:spTree>
    <p:extLst>
      <p:ext uri="{BB962C8B-B14F-4D97-AF65-F5344CB8AC3E}">
        <p14:creationId xmlns:p14="http://schemas.microsoft.com/office/powerpoint/2010/main" val="254275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0B84-44D9-0205-B021-6F012DD6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3FD48-E79F-8759-9CBE-28E36AC59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733" y="1753706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day-to-day database management.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easily to changing business needs.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system performance.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application development and maintenance cost.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growth in data volume and users.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accounts, transactions, and customer records securely.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patient records, prescriptions, and treatment history.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product catalogs, orders, and customer data.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student records, grades, and admissions data.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reservations, ticketing, and flight scheduling.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C2599-099F-EA16-AD45-79B89183D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774"/>
            <a:ext cx="12192000" cy="157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505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Data Independence in DBMS: Logical and Physical Independence and Their Significance</vt:lpstr>
      <vt:lpstr>INTRODUCTION</vt:lpstr>
      <vt:lpstr>CORE TECHINICAL EXPLANATION</vt:lpstr>
      <vt:lpstr>PowerPoint Presentation</vt:lpstr>
      <vt:lpstr>EXPLANATION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2026-07-17T12:23:36Z</dcterms:created>
  <dcterms:modified xsi:type="dcterms:W3CDTF">2026-07-17T12:38:59Z</dcterms:modified>
</cp:coreProperties>
</file>